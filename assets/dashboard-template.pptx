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8ef9727ff042c6" /><Relationship Type="http://schemas.openxmlformats.org/officeDocument/2006/relationships/extended-properties" Target="/docProps/app.xml" Id="R82f72e4d754c4c52" /><Relationship Type="http://schemas.openxmlformats.org/officeDocument/2006/relationships/officeDocument" Target="/ppt/presentation.xml" Id="R9dad771ea62846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7118251a864a10"/>
  </p:sldMasterIdLst>
  <p:notesMasterIdLst>
    <p:notesMasterId xmlns:r="http://schemas.openxmlformats.org/officeDocument/2006/relationships" r:id="R34a194edf081464a"/>
  </p:notesMasterIdLst>
  <p:sldIdLst>
    <p:sldId xmlns:r="http://schemas.openxmlformats.org/officeDocument/2006/relationships" id="256" r:id="Rc831f980a59046b9"/>
    <p:sldId xmlns:r="http://schemas.openxmlformats.org/officeDocument/2006/relationships" id="257" r:id="Ra825eab8e69c4553"/>
    <p:sldId xmlns:r="http://schemas.openxmlformats.org/officeDocument/2006/relationships" id="258" r:id="Ree96f7323a4a4b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207332fc8047ba" /><Relationship Type="http://schemas.openxmlformats.org/officeDocument/2006/relationships/slideMaster" Target="/ppt/slideMasters/slideMaster1.xml" Id="R6c7118251a864a10" /><Relationship Type="http://schemas.openxmlformats.org/officeDocument/2006/relationships/notesMaster" Target="/ppt/notesMasters/notesMaster1.xml" Id="R34a194edf081464a" /><Relationship Type="http://schemas.openxmlformats.org/officeDocument/2006/relationships/presProps" Target="/ppt/presProps.xml" Id="Rbc97d5eb53214e2e" /><Relationship Type="http://schemas.openxmlformats.org/officeDocument/2006/relationships/tableStyles" Target="/ppt/tableStyles.xml" Id="Refe874e3dff9471b" /><Relationship Type="http://schemas.openxmlformats.org/officeDocument/2006/relationships/slide" Target="/ppt/slides/slide1.xml" Id="Rc831f980a59046b9" /><Relationship Type="http://schemas.openxmlformats.org/officeDocument/2006/relationships/slide" Target="/ppt/slides/slide2.xml" Id="Ra825eab8e69c4553" /><Relationship Type="http://schemas.openxmlformats.org/officeDocument/2006/relationships/slide" Target="/ppt/slides/slide3.xml" Id="Ree96f7323a4a4b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7d76a6342f4d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9b9bcf666141a1" /><Relationship Type="http://schemas.openxmlformats.org/officeDocument/2006/relationships/notesMaster" Target="/ppt/notesMasters/notesMaster1.xml" Id="R8a93dad78f3246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a8a54c77e74e7e" /><Relationship Type="http://schemas.openxmlformats.org/officeDocument/2006/relationships/notesMaster" Target="/ppt/notesMasters/notesMaster1.xml" Id="R001290b9a85148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7594aee9da41ad" /><Relationship Type="http://schemas.openxmlformats.org/officeDocument/2006/relationships/notesMaster" Target="/ppt/notesMasters/notesMaster1.xml" Id="Ra8ae518434f045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d5317fdef44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997150da654e4f" /><Relationship Type="http://schemas.openxmlformats.org/officeDocument/2006/relationships/slideLayout" Target="/ppt/slideLayouts/slideLayout1.xml" Id="R5fcd7b7373f744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cd7b7373f744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301ec7047433e" /><Relationship Type="http://schemas.openxmlformats.org/officeDocument/2006/relationships/image" Target="/ppt/media/image.png" Id="Rf095971b97124bad" /><Relationship Type="http://schemas.openxmlformats.org/officeDocument/2006/relationships/notesSlide" Target="/ppt/notesSlides/notesSlide1.xml" Id="Re39b7f190bd044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565cd2f814fb6" /><Relationship Type="http://schemas.openxmlformats.org/officeDocument/2006/relationships/image" Target="/ppt/media/image2.png" Id="R622a27863841433a" /><Relationship Type="http://schemas.openxmlformats.org/officeDocument/2006/relationships/notesSlide" Target="/ppt/notesSlides/notesSlide2.xml" Id="Re174bab99e344d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6ae1e15644f19" /><Relationship Type="http://schemas.openxmlformats.org/officeDocument/2006/relationships/image" Target="/ppt/media/image3.png" Id="R18d8a659fafc4114" /><Relationship Type="http://schemas.openxmlformats.org/officeDocument/2006/relationships/notesSlide" Target="/ppt/notesSlides/notesSlide3.xml" Id="Raa53c4b2630d42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5A6D7-0073-4886-92B2-0EDCB9AC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52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D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D44"/>
                </a:solidFill>
                <a:latin typeface="Arial"/>
                <a:ea typeface="Arial"/>
                <a:cs typeface="Arial"/>
              </a:rPr>
              <a:t>{{TITLE}}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4F57C-B174-485C-A624-833E79B5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9055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1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187"/>
                </a:solidFill>
                <a:latin typeface="Arial"/>
                <a:ea typeface="Arial"/>
                <a:cs typeface="Arial"/>
              </a:rPr>
              <a:t>{{SUBTITLE}}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5971b97124bad"/>
          <a:stretch xmlns:a="http://schemas.openxmlformats.org/drawingml/2006/main"/>
        </p:blipFill>
        <p:spPr>
          <a:xfrm xmlns:a="http://schemas.openxmlformats.org/drawingml/2006/main">
            <a:off x="1509719" y="904875"/>
            <a:ext cx="9172561" cy="5467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ED3A3-3BB2-4CE0-92EF-E58A0FBE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19850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8718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7187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177636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E9E26-AB80-4B03-8F2F-67C290F5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52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D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D44"/>
                </a:solidFill>
                <a:latin typeface="Arial"/>
                <a:ea typeface="Arial"/>
                <a:cs typeface="Arial"/>
              </a:rPr>
              <a:t>{{TITLE}}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D8E82-984B-43BD-A006-25DC8773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9055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1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187"/>
                </a:solidFill>
                <a:latin typeface="Arial"/>
                <a:ea typeface="Arial"/>
                <a:cs typeface="Arial"/>
              </a:rPr>
              <a:t>{{SUBTITLE}}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a27863841433a"/>
          <a:stretch xmlns:a="http://schemas.openxmlformats.org/drawingml/2006/main"/>
        </p:blipFill>
        <p:spPr>
          <a:xfrm xmlns:a="http://schemas.openxmlformats.org/drawingml/2006/main">
            <a:off x="1237059" y="904875"/>
            <a:ext cx="9717881" cy="5467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C5EFE-11DC-4C4D-B214-FD91D304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19850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8718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7187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789402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65EF3-4190-443D-9A1B-C4DCD764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52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D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D44"/>
                </a:solidFill>
                <a:latin typeface="Arial"/>
                <a:ea typeface="Arial"/>
                <a:cs typeface="Arial"/>
              </a:rPr>
              <a:t>{{TITLE}}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80089-0360-47AF-B247-C3396C15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9055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1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187"/>
                </a:solidFill>
                <a:latin typeface="Arial"/>
                <a:ea typeface="Arial"/>
                <a:cs typeface="Arial"/>
              </a:rPr>
              <a:t>{{SUBTITLE}}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8a659fafc4114"/>
          <a:stretch xmlns:a="http://schemas.openxmlformats.org/drawingml/2006/main"/>
        </p:blipFill>
        <p:spPr>
          <a:xfrm xmlns:a="http://schemas.openxmlformats.org/drawingml/2006/main">
            <a:off x="1359796" y="904875"/>
            <a:ext cx="9472407" cy="5467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5EED0-3AEF-4E3D-9AC5-360DF899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19850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8718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7187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1943252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2026-09-18T21:35:56.6390000Z</dcterms:created>
  <dcterms:modified xsi:type="dcterms:W3CDTF">2026-09-18T21:35:56.6390000Z</dcterms:modified>
</coreProperties>
</file>