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2c24b1354c4241" /><Relationship Type="http://schemas.openxmlformats.org/officeDocument/2006/relationships/extended-properties" Target="/docProps/app.xml" Id="Rdd09f5794f914f00" /><Relationship Type="http://schemas.openxmlformats.org/officeDocument/2006/relationships/officeDocument" Target="/ppt/presentation.xml" Id="Rb62979099b6241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d1b7246c6d4a81"/>
  </p:sldMasterIdLst>
  <p:notesMasterIdLst>
    <p:notesMasterId xmlns:r="http://schemas.openxmlformats.org/officeDocument/2006/relationships" r:id="Rf9ff8e2b43bf44c5"/>
  </p:notesMasterIdLst>
  <p:sldIdLst>
    <p:sldId xmlns:r="http://schemas.openxmlformats.org/officeDocument/2006/relationships" id="256" r:id="Rd5fea033bbf543a0"/>
    <p:sldId xmlns:r="http://schemas.openxmlformats.org/officeDocument/2006/relationships" id="257" r:id="Rf106be3d9b2d495c"/>
    <p:sldId xmlns:r="http://schemas.openxmlformats.org/officeDocument/2006/relationships" id="258" r:id="R7f2583118ea54b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f41cd6fbef4791" /><Relationship Type="http://schemas.openxmlformats.org/officeDocument/2006/relationships/slideMaster" Target="/ppt/slideMasters/slideMaster1.xml" Id="R64d1b7246c6d4a81" /><Relationship Type="http://schemas.openxmlformats.org/officeDocument/2006/relationships/notesMaster" Target="/ppt/notesMasters/notesMaster1.xml" Id="Rf9ff8e2b43bf44c5" /><Relationship Type="http://schemas.openxmlformats.org/officeDocument/2006/relationships/presProps" Target="/ppt/presProps.xml" Id="Rbd3c298af34d4650" /><Relationship Type="http://schemas.openxmlformats.org/officeDocument/2006/relationships/tableStyles" Target="/ppt/tableStyles.xml" Id="R8a2cea57c26b43f7" /><Relationship Type="http://schemas.openxmlformats.org/officeDocument/2006/relationships/slide" Target="/ppt/slides/slide1.xml" Id="Rd5fea033bbf543a0" /><Relationship Type="http://schemas.openxmlformats.org/officeDocument/2006/relationships/slide" Target="/ppt/slides/slide2.xml" Id="Rf106be3d9b2d495c" /><Relationship Type="http://schemas.openxmlformats.org/officeDocument/2006/relationships/slide" Target="/ppt/slides/slide3.xml" Id="R7f2583118ea54b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cf115bd5cf4d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fab15b72f04caf" /><Relationship Type="http://schemas.openxmlformats.org/officeDocument/2006/relationships/notesMaster" Target="/ppt/notesMasters/notesMaster1.xml" Id="Ra3f07a394c534b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4069dcb5a44a33" /><Relationship Type="http://schemas.openxmlformats.org/officeDocument/2006/relationships/notesMaster" Target="/ppt/notesMasters/notesMaster1.xml" Id="Re729466eb22c41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a0d76f329c40ed" /><Relationship Type="http://schemas.openxmlformats.org/officeDocument/2006/relationships/notesMaster" Target="/ppt/notesMasters/notesMaster1.xml" Id="Rb6877de2f7e645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7f1bc88e149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475cebc0664bdd" /><Relationship Type="http://schemas.openxmlformats.org/officeDocument/2006/relationships/slideLayout" Target="/ppt/slideLayouts/slideLayout1.xml" Id="R1686979f0a254a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86979f0a254a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08374122c41a0" /><Relationship Type="http://schemas.openxmlformats.org/officeDocument/2006/relationships/chart" Target="/ppt/slides/charts/chart1.xml" Id="R74756fe3656541bb" /><Relationship Type="http://schemas.openxmlformats.org/officeDocument/2006/relationships/notesSlide" Target="/ppt/notesSlides/notesSlide1.xml" Id="Ra795b607f5cf48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b9e825e6d46b6" /><Relationship Type="http://schemas.openxmlformats.org/officeDocument/2006/relationships/chart" Target="/ppt/slides/charts/chart2.xml" Id="Rd9bb54769a9048f8" /><Relationship Type="http://schemas.openxmlformats.org/officeDocument/2006/relationships/notesSlide" Target="/ppt/notesSlides/notesSlide2.xml" Id="Re8d65315155f4f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006f1c42a4a16" /><Relationship Type="http://schemas.openxmlformats.org/officeDocument/2006/relationships/chart" Target="/ppt/slides/charts/chart3.xml" Id="R9e786c83de8d446f" /><Relationship Type="http://schemas.openxmlformats.org/officeDocument/2006/relationships/notesSlide" Target="/ppt/notesSlides/notesSlide3.xml" Id="Rc9d1e246d4b6428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Bieżący</c:v>
          </c:tx>
          <c:spPr>
            <a:solidFill xmlns:a="http://schemas.openxmlformats.org/drawingml/2006/main">
              <a:srgbClr val="2786E2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#,##0.00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v>Poprzedni</c:v>
          </c:tx>
          <c:spPr>
            <a:solidFill xmlns:a="http://schemas.openxmlformats.org/drawingml/2006/main">
              <a:srgbClr val="8498AD"/>
            </a:solidFill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#,##0.00</c:formatCode>
                <c:ptCount val="3"/>
                <c:pt idx="0">
                  <c:v>2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l"/>
        <c:numFmt formatCode="#,##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#,##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Bieżący</c:v>
          </c:tx>
          <c:spPr>
            <a:solidFill xmlns:a="http://schemas.openxmlformats.org/drawingml/2006/main">
              <a:srgbClr val="2786E2"/>
            </a:solidFill>
          </c:spPr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#,##0.00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#,##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#,##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  <c:dispBlanksAs val="gap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Bieżący</c:v>
          </c:tx>
          <c:spPr>
            <a:solidFill xmlns:a="http://schemas.openxmlformats.org/drawingml/2006/main">
              <a:srgbClr val="2786E2"/>
            </a:solidFill>
          </c:spPr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#,##0.00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#,##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#,##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  <c:dispBlanksAs val="gap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8FA95-55E4-4398-AA95-77C95037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D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D44"/>
                </a:solidFill>
                <a:latin typeface="Arial"/>
                <a:ea typeface="Arial"/>
                <a:cs typeface="Arial"/>
              </a:rPr>
              <a:t>{{TITLE}}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A1DF6-507B-493D-B246-F7F025D8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27B"/>
                </a:solidFill>
                <a:latin typeface="Arial"/>
                <a:ea typeface="Arial"/>
                <a:cs typeface="Arial"/>
              </a:rPr>
              <a:t>{{SUBTITLE}}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B7121-5D4C-4A8F-B246-153CD9ED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D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D44"/>
                </a:solidFill>
                <a:latin typeface="Arial"/>
                <a:ea typeface="Arial"/>
                <a:cs typeface="Arial"/>
              </a:rPr>
              <a:t>{{METRICS}}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756fe3656541b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3E2AC-0E77-4E0D-90DE-6D541278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88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2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27B"/>
                </a:solidFill>
                <a:latin typeface="Arial"/>
                <a:ea typeface="Arial"/>
                <a:cs typeface="Arial"/>
              </a:rPr>
              <a:t>{{FOOTER}}</a:t>
            </a:r>
          </a:p>
        </p:txBody>
      </p:sp>
    </p:spTree>
    <p:extLst>
      <p:ext uri="{BB962C8B-B14F-4D97-AF65-F5344CB8AC3E}">
        <p14:creationId xmlns:p14="http://schemas.microsoft.com/office/powerpoint/2010/main" val="14295816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08BE5-0472-4A34-9FAF-722A9974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D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D44"/>
                </a:solidFill>
                <a:latin typeface="Arial"/>
                <a:ea typeface="Arial"/>
                <a:cs typeface="Arial"/>
              </a:rPr>
              <a:t>{{TITLE}}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AFE19-F7DC-43BE-8987-8EDE8F28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27B"/>
                </a:solidFill>
                <a:latin typeface="Arial"/>
                <a:ea typeface="Arial"/>
                <a:cs typeface="Arial"/>
              </a:rPr>
              <a:t>{{SUBTITLE}}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0D646-EE2E-4325-92E3-FB84EE97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D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D44"/>
                </a:solidFill>
                <a:latin typeface="Arial"/>
                <a:ea typeface="Arial"/>
                <a:cs typeface="Arial"/>
              </a:rPr>
              <a:t>{{METRICS}}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bb54769a9048f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0D1EC-E734-4ADD-B36E-40CC3837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88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2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27B"/>
                </a:solidFill>
                <a:latin typeface="Arial"/>
                <a:ea typeface="Arial"/>
                <a:cs typeface="Arial"/>
              </a:rPr>
              <a:t>{{FOOTER}}</a:t>
            </a:r>
          </a:p>
        </p:txBody>
      </p:sp>
    </p:spTree>
    <p:extLst>
      <p:ext uri="{BB962C8B-B14F-4D97-AF65-F5344CB8AC3E}">
        <p14:creationId xmlns:p14="http://schemas.microsoft.com/office/powerpoint/2010/main" val="18010928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565B7-2454-4E51-9134-B3ED6D7D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D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D44"/>
                </a:solidFill>
                <a:latin typeface="Arial"/>
                <a:ea typeface="Arial"/>
                <a:cs typeface="Arial"/>
              </a:rPr>
              <a:t>{{TITLE}}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FABFF-B680-4ED2-9F54-C6A655AF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27B"/>
                </a:solidFill>
                <a:latin typeface="Arial"/>
                <a:ea typeface="Arial"/>
                <a:cs typeface="Arial"/>
              </a:rPr>
              <a:t>{{SUBTITLE}}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F7BE9-ED19-4570-8D43-625FC021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D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D44"/>
                </a:solidFill>
                <a:latin typeface="Arial"/>
                <a:ea typeface="Arial"/>
                <a:cs typeface="Arial"/>
              </a:rPr>
              <a:t>{{METRICS}}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786c83de8d446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04BC2-3B4F-4A08-8DCE-77809991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88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2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8627B"/>
                </a:solidFill>
                <a:latin typeface="Arial"/>
                <a:ea typeface="Arial"/>
                <a:cs typeface="Arial"/>
              </a:rPr>
              <a:t>{{FOOTER}}</a:t>
            </a:r>
          </a:p>
        </p:txBody>
      </p:sp>
    </p:spTree>
    <p:extLst>
      <p:ext uri="{BB962C8B-B14F-4D97-AF65-F5344CB8AC3E}">
        <p14:creationId xmlns:p14="http://schemas.microsoft.com/office/powerpoint/2010/main" val="9660405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2026-09-23T16:02:03.0510000Z</dcterms:created>
  <dcterms:modified xsi:type="dcterms:W3CDTF">2026-09-23T16:02:03.0510000Z</dcterms:modified>
</coreProperties>
</file>